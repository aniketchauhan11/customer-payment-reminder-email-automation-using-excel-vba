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1" r:id="rId2"/>
    <p:sldId id="392" r:id="rId3"/>
    <p:sldId id="260" r:id="rId4"/>
    <p:sldId id="388" r:id="rId5"/>
    <p:sldId id="262" r:id="rId6"/>
    <p:sldId id="389" r:id="rId7"/>
    <p:sldId id="263" r:id="rId8"/>
    <p:sldId id="3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955"/>
    <a:srgbClr val="92A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5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391C-BB17-2FF0-2442-7B9101551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1F213-1936-27B0-EEA4-712135D0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5421-9031-075A-A325-CCE36F55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C5D3B-2D89-3063-B3C9-623DBF80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22B27-2C9A-9C70-606F-B662D767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28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DE5D-4362-864A-0760-132ED321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109A2-EC49-FBE4-4C06-873E8FAA8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A250C-8B8B-AF21-30D1-AD1FCA3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183B-EC52-3DB6-A05B-DB240FFF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F157F-4DE2-2349-065E-76EBE9EA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9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C937-57D5-AFC1-C43F-3AC5B002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72307-BE38-FFF5-4810-B7FAF48D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45D3E-5FA2-6F96-B40D-35F978D6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5D18E-999F-C438-85FB-D683FC26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8A58A-09E9-5DE0-2BFE-923A543F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7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0AA5-E41F-A7F4-F299-B2AC737D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A8C1-9291-F2E3-F4BD-972832E08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633FA-3EB3-8A29-384D-3DFD2E1C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271B2-5F13-794C-29A0-0844C5DB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465D4-6990-AC5D-CBC2-D1BDF0AC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A8DEE-DEC7-DC8F-AA42-6A9AA71E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5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15EC-CCAE-8DE3-65D5-7F100127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7596C-2FBF-81C0-6E5D-916590712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BCCEC-39CB-791C-513A-829E00D3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9706D-5414-2BB5-9011-545ADD791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E65FC-951C-007A-CB6B-1E970AF5F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B5C7A-D240-0E65-6100-BC491B80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D2F25-29F7-3ADB-E8A2-BDC608B4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9D8EB-60D2-AD4D-F79A-C2141775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01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2B42-8C4B-8E79-5AFE-020626ED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94131-F285-D575-FD8A-C5E6FBC4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57B5E-6997-076D-A2D4-FDD4A282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3277B-4DBB-DA66-32D7-D177BFA0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0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72B5D-7317-44BF-DE05-64C16BCE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4AA17-13E7-70F2-19DE-3D47F91C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9C707-8DA4-FC46-E7CD-3018BA93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30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2369-2979-CA93-CEE4-952DB94B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6ED7-423F-9F6E-0724-3B0D3D565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D3FAC-D137-7B50-4D4D-7391CC802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77188-EE8E-9B72-C146-D2E0F9F5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844F7-2C66-FD03-4DFE-C1CC4656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428D2-2528-280B-03B6-748CFF0D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018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37-DE06-DE94-0040-181EA4FD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8F66E-BF3F-CE1C-3113-379956B18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54D4C-33C5-A198-ADB2-C50864FA5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0D66D-4661-8DA5-1B1B-33A6F7D7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F25F9-7179-E020-BA2D-D4F7924D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219C1-0968-3E54-94E8-4ADCC284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2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C475-CD23-8703-F60C-17DC7066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C1EA2-04BD-5221-81B8-8D7DF6815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D2DB-AA92-995E-767B-0CF4F4C6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1195A-5CD7-8C57-BF3F-012399D0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7B83-935D-63AA-1BC3-5CDFA9FD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17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45448-0DC4-6261-8454-048289BD9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F2405-9B71-F339-5CAA-40569766E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D5FDA-E6A1-A443-51F8-FA3C0724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B40A5-2428-19AC-747B-E2B5A5EB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AA3B5-2CA0-279F-A1CF-60FC3243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06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DCD98-BA64-A07D-2C14-289B68FE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366C4-7E15-10E8-3F78-DD10D4C23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39EF3-CEB9-648D-8DA9-D50490937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3B2E0-5E0E-4990-BEE7-D4937E0253ED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01001-BC14-C948-ABE7-D668F2F6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8B60C-3634-D3A3-65F4-4DDAA59D8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086F5-37D0-4B14-B77C-8113D571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3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0A7D2-44C5-86D1-DB3B-85545D1D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D480F4-FF78-80A3-2F92-D6FC59D94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511E5-B956-568B-4932-272C9765C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4" y="2073715"/>
            <a:ext cx="6935759" cy="2993042"/>
          </a:xfrm>
        </p:spPr>
        <p:txBody>
          <a:bodyPr anchor="ctr">
            <a:norm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AUTOMATION PROJECT </a:t>
            </a:r>
            <a:endParaRPr lang="en-IN" sz="8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DA21E-1A55-C0E0-111A-3A7834C2C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233" y="1094511"/>
            <a:ext cx="6935759" cy="589445"/>
          </a:xfrm>
        </p:spPr>
        <p:txBody>
          <a:bodyPr>
            <a:normAutofit fontScale="85000" lnSpcReduction="20000"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Email Automation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DA612-795F-027E-68A3-31765C469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912B5-DE11-1E6C-50CA-00AABA42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06E1DF-724F-7B9A-BC92-06187B7A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31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4D222C5-4B31-10B0-FC61-1EFE495A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60" y="819385"/>
            <a:ext cx="1125311" cy="138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orking with the File Explorer in Windows 10 | University Information  Services | Georgetown University">
            <a:extLst>
              <a:ext uri="{FF2B5EF4-FFF2-40B4-BE49-F238E27FC236}">
                <a16:creationId xmlns:a16="http://schemas.microsoft.com/office/drawing/2014/main" id="{199EF47B-F66F-B842-7CE9-0B3E80539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460" y="3008539"/>
            <a:ext cx="54006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7B3D9D1-FF78-0B1D-4170-89EE97965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58" y="4049487"/>
            <a:ext cx="887513" cy="109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45A97C-B025-8CEC-79E6-FC8919E9D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983" y="4049486"/>
            <a:ext cx="887513" cy="109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1B5877-3411-9B1B-C701-7834DDFF9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108" y="4049485"/>
            <a:ext cx="887513" cy="109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Microsoft Excel 2013 Vector Logo - Download Free SVG Icon | Worldvectorlogo">
            <a:extLst>
              <a:ext uri="{FF2B5EF4-FFF2-40B4-BE49-F238E27FC236}">
                <a16:creationId xmlns:a16="http://schemas.microsoft.com/office/drawing/2014/main" id="{C8839E59-6AF2-47FD-4DCA-EF05A66CC5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4FC9D4-E34A-0399-72E9-1CF6CAE38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829" y="4080682"/>
            <a:ext cx="1745742" cy="1705240"/>
          </a:xfrm>
          <a:prstGeom prst="rect">
            <a:avLst/>
          </a:prstGeom>
        </p:spPr>
      </p:pic>
      <p:pic>
        <p:nvPicPr>
          <p:cNvPr id="1036" name="Picture 12" descr="Link Building? Get Backlinks! Home &amp; Industrial Automation Link Roundup -  SkylerH Automation">
            <a:extLst>
              <a:ext uri="{FF2B5EF4-FFF2-40B4-BE49-F238E27FC236}">
                <a16:creationId xmlns:a16="http://schemas.microsoft.com/office/drawing/2014/main" id="{DAF817E3-DBF9-1953-D97D-2C3B2BD45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976" y="3581400"/>
            <a:ext cx="1087211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il Attachment Icon | IconExperience - Professional Icons » O-Collection">
            <a:extLst>
              <a:ext uri="{FF2B5EF4-FFF2-40B4-BE49-F238E27FC236}">
                <a16:creationId xmlns:a16="http://schemas.microsoft.com/office/drawing/2014/main" id="{0D5DDCD1-A141-DF7D-BC3D-C2BFDE134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41" y="3849815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2944CB-A8A2-84EB-CD40-7F01F5548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102" y="722185"/>
            <a:ext cx="1853687" cy="185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58B79B-930B-BBE5-13CF-1557FC8554A5}"/>
              </a:ext>
            </a:extLst>
          </p:cNvPr>
          <p:cNvCxnSpPr/>
          <p:nvPr/>
        </p:nvCxnSpPr>
        <p:spPr>
          <a:xfrm>
            <a:off x="4158343" y="1512956"/>
            <a:ext cx="3407228" cy="0"/>
          </a:xfrm>
          <a:prstGeom prst="straightConnector1">
            <a:avLst/>
          </a:prstGeom>
          <a:ln w="57150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D7E649-A31C-6FE1-91ED-E92B436E0E1B}"/>
              </a:ext>
            </a:extLst>
          </p:cNvPr>
          <p:cNvCxnSpPr>
            <a:cxnSpLocks/>
          </p:cNvCxnSpPr>
          <p:nvPr/>
        </p:nvCxnSpPr>
        <p:spPr>
          <a:xfrm>
            <a:off x="9212716" y="2449286"/>
            <a:ext cx="0" cy="559253"/>
          </a:xfrm>
          <a:prstGeom prst="straightConnector1">
            <a:avLst/>
          </a:prstGeom>
          <a:ln w="57150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2BB2FC-9C5D-B353-23F3-9AB7CB74611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901308" y="4933302"/>
            <a:ext cx="1918521" cy="0"/>
          </a:xfrm>
          <a:prstGeom prst="straightConnector1">
            <a:avLst/>
          </a:prstGeom>
          <a:ln w="57150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75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7BF64-0B99-B9C2-BF72-100E66F4C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640080"/>
            <a:ext cx="6894576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6600"/>
              <a:t>Generating custom letters without Mail merge </a:t>
            </a:r>
            <a:endParaRPr lang="en-IN" sz="66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D251803-D987-6903-8C37-43C95F46A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4636008"/>
            <a:ext cx="6894576" cy="1572768"/>
          </a:xfrm>
        </p:spPr>
        <p:txBody>
          <a:bodyPr>
            <a:normAutofit/>
          </a:bodyPr>
          <a:lstStyle/>
          <a:p>
            <a:pPr algn="l"/>
            <a:endParaRPr lang="en-IN"/>
          </a:p>
        </p:txBody>
      </p:sp>
      <p:pic>
        <p:nvPicPr>
          <p:cNvPr id="6" name="Picture 5" descr="Colourful envelopes">
            <a:extLst>
              <a:ext uri="{FF2B5EF4-FFF2-40B4-BE49-F238E27FC236}">
                <a16:creationId xmlns:a16="http://schemas.microsoft.com/office/drawing/2014/main" id="{06D80571-6807-BD43-B966-D5642E36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26" r="29457" b="-1"/>
          <a:stretch/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0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DC7A0-248A-A598-A734-6BD0FCD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#Prompt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005A-82F2-8128-4B0B-3C8EC498E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Prompt is available in Separate PDF File</a:t>
            </a:r>
          </a:p>
        </p:txBody>
      </p:sp>
    </p:spTree>
    <p:extLst>
      <p:ext uri="{BB962C8B-B14F-4D97-AF65-F5344CB8AC3E}">
        <p14:creationId xmlns:p14="http://schemas.microsoft.com/office/powerpoint/2010/main" val="10313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BCE18-5C0B-2656-90C6-35440141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05D70B-E82B-FA2C-B45D-94E389CFE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GB" dirty="0"/>
              <a:t>Getting Relevant File Path</a:t>
            </a:r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B316D1-536C-2CFD-2674-FFB780AA0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7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52BE1-FC75-6BCB-5C75-B1505B61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#Prompt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853996-09FA-EF5B-EFCE-F55D67854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239486"/>
            <a:ext cx="6555347" cy="5956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Now, please provide another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Excel VBA 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that performs the following: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Allow me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select the folder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where all the individual customer PDF files are stored.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Excel file contains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names in Column 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Each PDF file is already named using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Ravi_Sharma.pdf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VBA code should: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Search for each customer's PDF in the selected folder based on the name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Column 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full file path (including the file name and extension)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Column 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same 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 the customer.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way, each customer in Column B will have their corresponding PDF file path listed in Column F.</a:t>
            </a:r>
          </a:p>
        </p:txBody>
      </p:sp>
    </p:spTree>
    <p:extLst>
      <p:ext uri="{BB962C8B-B14F-4D97-AF65-F5344CB8AC3E}">
        <p14:creationId xmlns:p14="http://schemas.microsoft.com/office/powerpoint/2010/main" val="286945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E72EA-DB40-028A-0F1D-58E6EB6E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Video 5" descr="Hand Drawn Floating Icons">
            <a:extLst>
              <a:ext uri="{FF2B5EF4-FFF2-40B4-BE49-F238E27FC236}">
                <a16:creationId xmlns:a16="http://schemas.microsoft.com/office/drawing/2014/main" id="{CAE7DC46-81BC-1E35-789B-A316457F2D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413F9F-879E-843A-153B-21CDA219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5200">
                <a:solidFill>
                  <a:srgbClr val="FFFFFF"/>
                </a:solidFill>
              </a:rPr>
              <a:t>Sending All Emails with Outlook</a:t>
            </a:r>
            <a:endParaRPr lang="en-IN" sz="520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8E4F0AD-B844-D91C-67F2-A8B23CD4A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76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C8DCE-F693-42DD-E3C5-7F3FA092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#Prompt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489D-EFAC-5C34-EC80-871C51AC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Now, please provide a </a:t>
            </a:r>
            <a:r>
              <a:rPr lang="en-US" sz="2000" b="1" dirty="0"/>
              <a:t>VBA code</a:t>
            </a:r>
            <a:r>
              <a:rPr lang="en-US" sz="2000" dirty="0"/>
              <a:t> to </a:t>
            </a:r>
            <a:r>
              <a:rPr lang="en-US" sz="2000" b="1" dirty="0"/>
              <a:t>send emails through Outlook</a:t>
            </a:r>
            <a:r>
              <a:rPr lang="en-US" sz="2000" dirty="0"/>
              <a:t> with the following requirements: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recipient email addresses</a:t>
            </a:r>
            <a:r>
              <a:rPr lang="en-US" sz="2000" dirty="0"/>
              <a:t> are listed in </a:t>
            </a:r>
            <a:r>
              <a:rPr lang="en-US" sz="2000" b="1" dirty="0"/>
              <a:t>Column C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file paths for the PDF attachments</a:t>
            </a:r>
            <a:r>
              <a:rPr lang="en-US" sz="2000" dirty="0"/>
              <a:t> are listed in </a:t>
            </a:r>
            <a:r>
              <a:rPr lang="en-US" sz="2000" b="1" dirty="0"/>
              <a:t>Column F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Each email should include:</a:t>
            </a:r>
          </a:p>
          <a:p>
            <a:pPr marL="457200" lvl="1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personalized greeting</a:t>
            </a:r>
            <a:r>
              <a:rPr lang="en-US" sz="2000" dirty="0"/>
              <a:t> using the </a:t>
            </a:r>
            <a:r>
              <a:rPr lang="en-US" sz="2000" b="1" dirty="0"/>
              <a:t>customer name from Column B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relevant subject line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customized email body</a:t>
            </a:r>
            <a:r>
              <a:rPr lang="en-US" sz="2000" dirty="0"/>
              <a:t> that includes the customer’s name.</a:t>
            </a:r>
          </a:p>
          <a:p>
            <a:pPr marL="0" indent="0">
              <a:buNone/>
            </a:pPr>
            <a:r>
              <a:rPr lang="en-US" sz="2000" dirty="0"/>
              <a:t>The VBA code should loop through each row, attach the corresponding PDF file from Column F, and send the email to the address in Column C using Outlook.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1612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260</Words>
  <Application>Microsoft Office PowerPoint</Application>
  <PresentationFormat>Widescreen</PresentationFormat>
  <Paragraphs>25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Office Theme</vt:lpstr>
      <vt:lpstr>AUTOMATION PROJECT </vt:lpstr>
      <vt:lpstr>PowerPoint Presentation</vt:lpstr>
      <vt:lpstr>Generating custom letters without Mail merge </vt:lpstr>
      <vt:lpstr>#Prompt</vt:lpstr>
      <vt:lpstr>Getting Relevant File Path</vt:lpstr>
      <vt:lpstr>#Prompt</vt:lpstr>
      <vt:lpstr>Sending All Emails with Outlook</vt:lpstr>
      <vt:lpstr>#Prompt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19</cp:revision>
  <dcterms:created xsi:type="dcterms:W3CDTF">2025-04-11T07:29:21Z</dcterms:created>
  <dcterms:modified xsi:type="dcterms:W3CDTF">2025-04-22T13:06:06Z</dcterms:modified>
</cp:coreProperties>
</file>